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PORTFOLIO &amp; PROJECT SHOWCASE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</a:defRPr>
            </a:pPr>
            <a:r>
              <a:t>Web Development Internship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Comprehensive 5-Week Engineering Progression: Semantic HTML5, Responsive CSS3 Grid, Stateful JavaScript, Asynchronous REST APIs, and Capstone E-Commerce SPA</a:t>
            </a:r>
          </a:p>
          <a:p>
            <a:pPr>
              <a:spcBef>
                <a:spcPts val="2800"/>
              </a:spcBef>
              <a:defRPr sz="1300" b="1">
                <a:solidFill>
                  <a:srgbClr val="10B981"/>
                </a:solidFill>
              </a:defRPr>
            </a:pPr>
            <a:r>
              <a:t>Author: Rekha Kumari   |   Repository: github.com/Rekha-1kumari/Web-technology-Internship-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Internship Objectives &amp; Progression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MILESTONE 01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Week 1: Semantic HTML5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Foundational accessibility, semantic document hierarchy, SEO tags, keyboard navigation, and structured 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4952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MILESTONE 02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Week 2: Responsive CSS3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2D CSS Grid layouts, Flexbox alignment, Light/Dark mode dynamic theming with localStorage, and mobile drawer.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1224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MILESTONE 03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Week 3: JavaScript DOM &amp; State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TaskMaster application with full CRUD operations, category &amp; priority filtering, subtasks, and local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7496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MILESTONE 04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Week 4: Async APIs &amp; REST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WeatherPulse live dashboard consuming Open-Meteo REST API, geolocation coordinate detection, and 7-day outlook.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768" y="1828800"/>
            <a:ext cx="1737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MILESTONE 05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Week 5: Full-Stack Capstone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AuraMart E-Commerce Single Page Application featuring client-side hash routing, cart drawer, and checkout.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Technology Stack &amp; Core Engineering Competencies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Core Frontend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HTML5 Semantic Standard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Modern Vanilla JavaScript (ES6+)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CSS3 Custom Properties (Variables)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DOM Tree Manipulation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Layout &amp; Responsive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CSS Grid 2D Grid Systems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Flexbox 1D Dynamic Alignment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Mobile-First Media Breakpoints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Glassmorphism &amp; Micro-animations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APIs &amp; Async JS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Fetch API &amp; Async / Await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Public RESTful API Consumption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Geolocation Browser API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JSON Parsing &amp; Stream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State &amp;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Browser LocalStorage Persistence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Centralized State Store Pattern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SPA Hash-Based Routing System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Single Event Delegation Listeners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1: HTML5 Semantic Structure &amp; Accessibility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Semantic Page Architecture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Replaced generic &lt;div&gt; soup with native semantic landmarks (&lt;header&gt;, &lt;nav&gt;, &lt;main&gt;, &lt;section&gt;, &lt;article&gt;, &lt;aside&gt;, &lt;footer&gt;).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Multi-page architecture with unified header and navigation: Home (index.html), About (about.html), Projects (projects.html), and Contact (contact.html).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Contextual markup using &lt;figure&gt;, &lt;figcaption&gt;, &lt;time datetime='...'&gt;, and &lt;address&gt;.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Accessibility &amp; Structured Forms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Keyboard skip-to-content links allow immediate jumping past navigation to the main article.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Accessible Contact Form: Explicit &lt;label for='...'&gt; associations, semantic &lt;fieldset&gt; and &lt;legend&gt; grouping.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High-contrast color scheme ensuring effortless text readability across all devices.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Visible focus rings on interactive elements for seamless keyboard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2: Responsive CSS3 Grid &amp; Dynamic Theming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CSS Grid 2D &amp; Flexbox Layouts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Implemented 2D CSS Grid systems with auto-fit repeat tracks: grid-template-columns: repeat(auto-fit, minmax(320px, 1fr)).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Sticky glassmorphic navbar utilizing Flexbox for distributed logo, navigation links, and theme toggle buttons.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Mobile-first responsive media queries adapting smoothly across Mobile (&lt;640px), Tablet (768px), and Desktop (1024px+).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Mobile slide-out drawer menu with animated hamburger icon.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Dark / Light Theme Engine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Custom property design tokens (:root and [data-theme='dark']) controlling background, surface, text, and border colors.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Theme switcher dynamically flips the root attribute with smooth CSS color transitions.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LocalStorage persistence: The chosen color theme is remembered across sessions and page refreshes.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Fallback detection respecting the user's OS preference via prefers-color-scheme.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3: JavaScript State &amp; TaskMaster Todo 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Full CRUD Application Engine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CREATE: Interactive modal form supporting task title, detailed description, categories, priority, due date, and dynamic subtasks.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READ: Reactive card list rendering with category badges, priority color coding, and progress indicators.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UPDATE: In-place task editing, completion checkbox toggling, and subtask checklist completion.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DELETE: Individual task deletion with visual confirmation, and bulk 'Clear Completed'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LocalStorage &amp; Event Architecture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Continuous LocalStorage synchronization: All task arrays, completion states, and subtasks survive browser reloads.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Event Delegation: Single centralized click listener on the parent container eliminates redundant DOM listeners.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Data Export: Built-in JSON export feature allowing users to backup their task list to disk.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Keyboard Shortcuts: '/' key instantly focuses the search input, 'Esc' closes modals.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3: Advanced Filtering, Search &amp; Productivity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Multi-Level Filtering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Status Tabs: Instant toggle between All, Active, and Completed tasks.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Category Filter: Work, Study, Personal tag filtering.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Priority Filter: High, Medium, Low urgent task grouping.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Combined logic: Multiple filters apply simultaneously without state conflict.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Real-Time Keyword Search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Instant input event listener matching titles and descriptions.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Sub-millisecond filtering across hundreds of tasks in memory.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Empty state fallback with helpful call-to-action when no tasks match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Visual Productivity Metrics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Dynamic progress bar recalculating completion percentage in real time.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Live counters for Total Tasks, Completed Tasks, and Pending Tasks.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Subtask completion triggers auto-update of parent task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4: WeatherPulse Live Dashboard &amp; REST APIs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Open-Meteo REST API Pipeline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Dual-Endpoint Architecture: Consumes Geocoding API for city search, and Forecast API for detailed meteorological data.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Modern Async/Await Pattern: Clean, readable asynchronous request pipeline utilizing native window.fetch().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Dynamic Geolocation: Browser navigator.geolocation coordinate detection enables one-click 'Detect My Location' weather.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Zero API Key dependency: Eliminates quota limits and provides high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Resilience &amp; Unit Conversion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Celsius (°C) and Fahrenheit (°F) Toggle: Instant dynamic recalculation across all current, hourly, and 7-day forecast cards.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Offline Detection: Uses navigator.onLine to notify users when network connectivity is lost.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Graceful Fallback &amp; Error Banners: Comprehensive try/catch handling displaying clear alerts for invalid city searches.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Recent City History: Caches recent searches in localStorage for one-tap quick re-checks.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4: Weather Data Visualization &amp; Forecast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Current Weather Hero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Current Temperature &amp; Feels-Like display.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WMO weather code translation to plain text descriptions.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Weather symbol icons (☀️ Clear, ⛅ Cloudy, 🌧️ Rain, ❄️ Snow).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Local city time calculation from timezone offset.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Key Weather Details Grid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Relative Humidity (%)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Wind Speed (km/h or mph)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Surface Atmospheric Pressure (hPa)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UV Index with safety rating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Accurate Sunrise &amp; Sunset times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Forecast Trendlines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24-Hour Horizontal Hourly Scroll: Temperature and rain probability trend with current hour highlighted.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7-Day Extended Outlook: High/low temperature bar and daily weather conditions.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Smooth CSS scroll-snap experience on mobile.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5: Capstone E-Commerce Single Page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Modular Client-Side Hash Router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Zero Page Reloads: Hash-based routing (#/home, #/products, #/product/:id, #/cart, #/checkout, #/order-success, #/wishlist).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Decoupled Architectural Modules: productsData.js (catalog), state.js (central store), views.js (templates), and app.js (controller).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Dynamic Product Detail Pages: Routes parse parameter IDs to render high-res galleries, specs, stock badges, and reviews.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Deep Linking: Users can bookmark or share direct links to specific views or product detail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Interactive Product Catalog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Real-Time Search: Instant title and description filtering as user types in catalog view.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Category Filtering: Audio, Electronics, Wearables, Home &amp; Living, and Accessories.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Price Range Slider: Dynamic dual-bound price range filtering with instant product re-indexing.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Multi-Criteria Sorting: Sort by Price (Low to High, High to Low) and Customer 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Week 5: Cart Drawer, Promo Engine &amp; Checkout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Slide-Out Cart Drawer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Globally accessible sliding cart drawer with background overlay.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Real-time badge counter on navbar updating immediately.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Inline quantity increment (+), decrement (-), and item deletion.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Dynamic Free Shipping threshold progress bar calculation.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Promo Discount Engine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Integrated coupon system (e.g. SAVE20 for 20% discount).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Automatic subtotal, discount, sales tax, and final order total calculations.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Cart state persisted to localStorage across browser tabs.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Checkout &amp; Invoice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Multi-step checkout validation for shipping address and payment method.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Simulated instant order placement with unique tracking ID generation.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 Printable professional order invoice receipt 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WEB TECHNOLOGY INTERNSHIP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Master Showcase Hub, Key Learnings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Master Showcase Portal (index.html)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Centralized landing hub providing 1-click access to all 5 completed projects.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Interactive Dark / Light theme switcher with ambient gradient glows.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Clean, human-readable card documentation detailing features and tech tags.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Live local preview capability on port 8000 and one-click GitHub Pages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Key Engineering Takeaways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Mastered the transition from static markup to reactive client-side applications.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Hands-on expertise in asynchronous REST APIs, error resilience, and state persistence.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Strong foundation in modular code organization, event delegation, and performance.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 GitHub Repository: https://github.com/Rekha-1kumari/Web-technology-Internship-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